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005840"/>
            <a:ext cx="108813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600200"/>
            <a:ext cx="101498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F3756"/>
                </a:solidFill>
              </a:defRPr>
            </a:pPr>
            <a:r>
              <a:t>PROJECT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880360"/>
            <a:ext cx="9784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472C4"/>
                </a:solidFill>
              </a:defRPr>
            </a:pPr>
            <a:r>
              <a:t>ServiceNow-Based Employee Laptop Request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251960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646464"/>
                </a:solidFill>
              </a:defRPr>
            </a:pPr>
            <a:r>
              <a:t>Demo flow • Request creation • Validation • Approval • Security •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1. 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</a:defRPr>
            </a:pPr>
            <a:r>
              <a:t>• Employees need a standardized way to request a laptop.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</a:defRPr>
            </a:pPr>
            <a:r>
              <a:t>• Manual email/verbal requests make tracking and accountability difficult.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</a:defRPr>
            </a:pPr>
            <a:r>
              <a:t>• IT needs validation, duplicate prevention, approval control and status visibility.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</a:defRPr>
            </a:pPr>
            <a:r>
              <a:t>• Objective: centralize the complete laptop-request process in ServiceNow.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ServiceNow-Based Employee Laptop Request Application     |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2.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• Employee opens the Laptop Request Record Producer.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• Employee enters requester, manager, laptop type and reason.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• Business Rule checks for an existing request in the same year.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• Flow Designer sends the request for manager approval.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• Status and notifications keep the requester informed.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• Roles and ACLs control what employees and managers can access.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ServiceNow-Based Employee Laptop Request Application     |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3. Solution Architecture</a:t>
            </a:r>
          </a:p>
        </p:txBody>
      </p:sp>
      <p:pic>
        <p:nvPicPr>
          <p:cNvPr id="3" name="Picture 2" descr="ar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999" y="1143000"/>
            <a:ext cx="3619520" cy="512063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ServiceNow-Based Employee Laptop Request Application     |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4. Demonstration — Employee Request</a:t>
            </a:r>
          </a:p>
        </p:txBody>
      </p:sp>
      <p:pic>
        <p:nvPicPr>
          <p:cNvPr id="3" name="Picture 2" descr="p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478" y="1143000"/>
            <a:ext cx="3618002" cy="51206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325880"/>
            <a:ext cx="4069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• Open the Service Catalog / Record Producer.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• Enter employee and manager details.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• Select Basic or Advance laptop type.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• Enter the business reason.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• Submit the request.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ServiceNow-Based Employee Laptop Request Application     |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5. Demonstration — Duplicate Prevention</a:t>
            </a:r>
          </a:p>
        </p:txBody>
      </p:sp>
      <p:pic>
        <p:nvPicPr>
          <p:cNvPr id="3" name="Picture 2" descr="p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478" y="1143000"/>
            <a:ext cx="3618002" cy="51206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371600"/>
            <a:ext cx="4069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• The Business Rule checks whether the employee already has a laptop request in the current year.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• If a duplicate request is detected, submission is blocked.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• This enforces the yearly request policy automatically.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ServiceNow-Based Employee Laptop Request Application     |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6. Demonstration — Approval Workflow</a:t>
            </a:r>
          </a:p>
        </p:txBody>
      </p:sp>
      <p:pic>
        <p:nvPicPr>
          <p:cNvPr id="3" name="Picture 2" descr="p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478" y="1143000"/>
            <a:ext cx="3618002" cy="51206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325880"/>
            <a:ext cx="4069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• Flow Designer starts after the request is created.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• Request is routed to the employee's manager.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• Manager approves or rejects the request.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• Request status is updated.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• Notification is sent to the employee.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ServiceNow-Based Employee Laptop Request Application     |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7. Demonstration — Security &amp; Access</a:t>
            </a:r>
          </a:p>
        </p:txBody>
      </p:sp>
      <p:pic>
        <p:nvPicPr>
          <p:cNvPr id="3" name="Picture 2" descr="p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478" y="1143000"/>
            <a:ext cx="3618002" cy="51206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325880"/>
            <a:ext cx="4069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• it_employee role: create and manage employee requests.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• it_manager role: review requests for approval.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• ACLs enforce read/create/write permissions.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• Managers are prevented from creating or modifying requests outside their permitted access.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ServiceNow-Based Employee Laptop Request Application     |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8. Testing &amp; Expected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234440"/>
          <a:ext cx="1078991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704088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2828"/>
                          </a:solidFill>
                        </a:defRPr>
                      </a:pPr>
                      <a:r>
                        <a:t>Create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2828"/>
                          </a:solidFill>
                        </a:defRPr>
                      </a:pPr>
                      <a:r>
                        <a:t>Request is created successfully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2828"/>
                          </a:solidFill>
                        </a:defRPr>
                      </a:pPr>
                      <a:r>
                        <a:t>Edit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2828"/>
                          </a:solidFill>
                        </a:defRPr>
                      </a:pPr>
                      <a:r>
                        <a:t>Employee can edit permitted fields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2828"/>
                          </a:solidFill>
                        </a:defRPr>
                      </a:pPr>
                      <a:r>
                        <a:t>Duplicate in same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2828"/>
                          </a:solidFill>
                        </a:defRPr>
                      </a:pPr>
                      <a:r>
                        <a:t>Request is blocked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2828"/>
                          </a:solidFill>
                        </a:defRPr>
                      </a:pPr>
                      <a:r>
                        <a:t>Manager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2828"/>
                          </a:solidFill>
                        </a:defRPr>
                      </a:pPr>
                      <a:r>
                        <a:t>Manager can view and approve/reject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2828"/>
                          </a:solidFill>
                        </a:defRPr>
                      </a:pPr>
                      <a:r>
                        <a:t>Unauthorized edit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2828"/>
                          </a:solidFill>
                        </a:defRPr>
                      </a:pPr>
                      <a:r>
                        <a:t>Access is denied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2828"/>
                          </a:solidFill>
                        </a:defRPr>
                      </a:pPr>
                      <a:r>
                        <a:t>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2828"/>
                          </a:solidFill>
                        </a:defRPr>
                      </a:pPr>
                      <a:r>
                        <a:t>Status and notifications update correctly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ServiceNow-Based Employee Laptop Request Application     |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9. Demonstration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Employee submits a standardized laptop request.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System validates the request before approval.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Duplicate yearly requests are prevented.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Manager approval is automated through Flow Designer.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Role-based access protects request data.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The complete process is traceable in ServiceNow.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ServiceNow-Based Employee Laptop Request Application     |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10. Deployment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Update Set is used to package and move the ServiceNow configuration.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Future scope: dashboards and management reporting.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Future scope: integration with asset/laptop provisioning.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Future scope: richer notifications and request-history visibility.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Future scope: additional IT service-management automation.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ServiceNow-Based Employee Laptop Request Application     |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11. Short Demo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• “First, I will log in as an employee and open the Laptop Request form.”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• “I will enter the required details and submit the request.”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• “Next, the Business Rule checks whether a request already exists for this employee in the same year.”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• “The request is then sent through Flow Designer to the manager for approval.”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• “Finally, I will show the status/notification and demonstrate the role-based access controls.”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ServiceNow-Based Employee Laptop Request Application     |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